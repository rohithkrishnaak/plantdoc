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ECC71"/>
                </a:solidFill>
              </a:defRPr>
            </a:pPr>
            <a:r>
              <a:t>🌿 PlantDoc</a:t>
            </a:r>
          </a:p>
          <a:p>
            <a:pPr>
              <a:spcAft>
                <a:spcPts val="1600"/>
              </a:spcAft>
              <a:defRPr sz="3000" b="1">
                <a:solidFill>
                  <a:srgbClr val="FFFFFF"/>
                </a:solidFill>
              </a:defRPr>
            </a:pPr>
            <a:r>
              <a:t>Leaf Doctor for Real Field Photos</a:t>
            </a:r>
          </a:p>
          <a:p>
            <a:pPr>
              <a:spcAft>
                <a:spcPts val="3000"/>
              </a:spcAft>
              <a:defRPr sz="1800">
                <a:solidFill>
                  <a:srgbClr val="C8E6D7"/>
                </a:solidFill>
              </a:defRPr>
            </a:pPr>
            <a:r>
              <a:t>Honest AI Diagnosis · Fuzzy Quality Gate · Explainable Trust Engine</a:t>
            </a:r>
          </a:p>
          <a:p>
            <a:pPr>
              <a:defRPr sz="1400">
                <a:solidFill>
                  <a:srgbClr val="FFFFFF"/>
                </a:solidFill>
              </a:defRPr>
            </a:pPr>
            <a:r>
              <a:t>Track 2: Smart Agriculture &amp; CV | Problem Statement 2.2</a:t>
            </a:r>
            <a:br/>
            <a:r>
              <a:t>Presented by: Rohith Krishna A 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The Real-World Challenge: Lab vs. Field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⚠️ The 'Lab-Photo' Illusion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Conventional crop classifiers achieve 99% accuracy on sterile laboratory datasets (like PlantVillage).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In real Indian farms, photos have motion blur, variable sunlight, deep shadows, and complex soil backgrounds.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When fed poor photos, standard neural networks emit high softmax confidence (e.g. 97%) on wrong diagnoses.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Misdiagnosis leads farmers to buy expensive, inappropriate pesticides, devastating crops and farm economics.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🎯 PS 2.2 Mandate &amp; Core Goal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Train on real-world noisy field images from the PlantDoc IIT dataset (CC BY 4.0).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Implement an Image Quality Gate to reject unusable photos with actionable retake instructions.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Refuse to guess: output 'Not sure, please consult an agricultural expert' when confidence is low.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Provide explainable, transparent AI that farmers and agricultural extension officers can trust.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System Architecture: Quality Gate + Fuzzy Trust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1. Quality Gate (OpenCV)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Resolution normalized to 512px.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Blur Detection: Variance of Laplacian catches shaky smartphone captures.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Lighting: HSV V-channel mean catches dark shadows &amp; harsh glare.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Leaf Coverage: Dual HSV green + lesion masks ensure leaf fills the frame.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Fuzzy Scoring: Soft transitions prevent brittle cliff-edge rejections.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2. Hybrid Classifier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CLAHE on the LAB L-channel normalises uneven field lighting.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Fuses frozen Swin-T + DINOv2 ViT-B + ConvNeXt-T features (CNN + Transformer).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Chosen from 6 backbones and 10 hybrids by 5-fold CV: 62.7% vs 50.1% for EfficientNet-B0.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Class-balanced linear head; temperature-calibrated confidence (0.37 s on CPU).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3. Mamdani Trust Engine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Inputs: Quality Score + Top-1 Softmax Confidence.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Rule Base: High confidence on poor quality is explicitly mapped to UNCERTAIN.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Defuzzification: Centroid defuzzification yields scalar Trust ∈ [0, 1].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Threshold 0.65 triggers safe expert referral message.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Completed Stretch Goals: Explainability &amp; Farmer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🔬 Grad-CAM Heatmaps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Computes gradients on the ConvNeXt branch of the hybrid.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Generates heatmaps highlighting infected spots and margins.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Farmers &amp; agronomists can verify the AI looked at actual lesions, not soil or background.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🌐 Multilingual UI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Full localization in English, Hindi (हिन्दी), and Tamil (தமிழ்).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Translates quality retake advice ('Hold steady', 'Move closer').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Translates disease names to vernacular farming terminology.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🌾 ICAR/TNAU Care Notes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Expert-curated organic and cultural control methods (e.g. NSKE 5%, Trichoderma).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Chemical recommendations with dosages cited from ICAR-CPRI, IIHR &amp; TNAU.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Prevents pesticide overuse.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Held-Out Evaluation &amp; Coverage Curve Metrics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📊 Held-Out Test Evaluation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Evaluated on 52 held-out real field photos from the IIT PlantDoc dataset.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Top-1 Accuracy: 61.54% | Top-3 Accuracy: 100% (EfficientNet-B0: 38.5% | 80.8%).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Quality Gate Pass Rate: 84.62% (filters out severe blur and extreme shadows).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Diagnostic Accuracy on TRUSTED photos jumps to 81.25% (peaks at 85.0%).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Strict adherence to Responsible AI: Honest metrics, zero lab-photo contamination.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📈 Coverage Curve Proof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Evaluates Selective Accuracy vs Coverage across Trust thresholds [0.35 to 0.85].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Key Finding: Filtering unconfident/poor images yields a +19.7 to +23.5 point precision boost.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Proves that our Mamdani Fuzzy Trust Engine successfully eliminates confident false diagnoses.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Protects Indian farmers from spending money on incorrect chemical fungicides.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Interactive Mobile Web App &amp; Deployment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📱 Streamlit Mobile-First UI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Live camera snapshot and instant gallery photo upload.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Real-time visual feedback on image quality and retake tips.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Expandable 'Why this result?' diagnostics tab showing fuzzy membership degrees.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Runs on standard mobile browsers with minimal latency (&lt;150ms inference).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🚀 Cloud Deployment Stack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Publicly accessible via Hugging Face Spaces / Streamlit Cloud.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Containerized with lightweight CPU-optimized PyTorch dependencies.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Clean .env configuration and robust offline fallback architecture.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Open-source GitHub repository with complete hourly commit logs.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ECC71"/>
                </a:solidFill>
              </a:defRPr>
            </a:pPr>
            <a:r>
              <a:t>NEXAI HACK 2026 · TRACK 2 (SMART AGRICULTURE)</a:t>
            </a:r>
          </a:p>
          <a:p>
            <a:pPr>
              <a:defRPr sz="2600" b="1">
                <a:solidFill>
                  <a:srgbClr val="1B4D3E"/>
                </a:solidFill>
              </a:defRPr>
            </a:pPr>
            <a:r>
              <a:t>Impact &amp; Future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🌱 Agricultural Impact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Protects Indian smallholder farmers from devastating crop disease outbreaks.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Bridges the gap between remote farmers and agricultural university experts.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Reduces unnecessary chemical fungicide spraying through targeted diagnosis.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Promotes sustainable, scientific crop protection practices.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600" b="1">
                <a:solidFill>
                  <a:srgbClr val="1B4D3E"/>
                </a:solidFill>
              </a:defRPr>
            </a:pPr>
            <a:r>
              <a:t>🔭 Next Milestones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Edge Deployment: Export to ONNX Runtime and TFLite for 100% offline field operation.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Voice Assistant: Audio advice in Hindi, Tamil, and Telugu for non-literate farmers.</a:t>
            </a:r>
          </a:p>
          <a:p>
            <a:pPr>
              <a:spcAft>
                <a:spcPts val="600"/>
              </a:spcAft>
              <a:defRPr sz="1300">
                <a:solidFill>
                  <a:srgbClr val="2C3E50"/>
                </a:solidFill>
              </a:defRPr>
            </a:pPr>
            <a:r>
              <a:t>• Pest &amp; Deficiency Expansion: Broaden taxonomy beyond fungal/bacterial leaf spot to nutrient deficiencies.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